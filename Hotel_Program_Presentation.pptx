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87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6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82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8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41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6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03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8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88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43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7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B881F-4AC2-41E8-8F99-F2586D78A64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F8298-5921-4B12-923C-43F1AE756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1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Royal Spice Hotel - Food Ordering System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Project Presentation</a:t>
            </a:r>
          </a:p>
          <a:p>
            <a:r>
              <a:rPr lang="en-US" smtClean="0"/>
              <a:t>Developer: Hussain</a:t>
            </a:r>
          </a:p>
          <a:p>
            <a:r>
              <a:rPr lang="en-US" smtClean="0"/>
              <a:t>Technology: Spring Boot + Thymeleaf + MySQL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20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1. Project Objective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Build a digital hotel ordering system for faster and accurate order processing</a:t>
            </a:r>
          </a:p>
          <a:p>
            <a:r>
              <a:rPr lang="en-US" smtClean="0"/>
              <a:t>Allow users to browse menu, add items to cart, and checkout in one flow</a:t>
            </a:r>
          </a:p>
          <a:p>
            <a:r>
              <a:rPr lang="en-US" smtClean="0"/>
              <a:t>Store every order with timestamp for billing and history tracking</a:t>
            </a:r>
          </a:p>
          <a:p>
            <a:r>
              <a:rPr lang="en-US" smtClean="0"/>
              <a:t>Generate downloadable invoice PDF for each order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16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2. Key Features Implemented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Customer pages: Home, Order, Past Orders, Contact</a:t>
            </a:r>
          </a:p>
          <a:p>
            <a:r>
              <a:rPr lang="en-IN" smtClean="0"/>
              <a:t>Dynamic menu loading from database via /api/dishes</a:t>
            </a:r>
          </a:p>
          <a:p>
            <a:r>
              <a:rPr lang="en-IN" smtClean="0"/>
              <a:t>Cart operations: Add item, remove last item, clear cart</a:t>
            </a:r>
          </a:p>
          <a:p>
            <a:r>
              <a:rPr lang="en-IN" smtClean="0"/>
              <a:t>Checkout and bill generation</a:t>
            </a:r>
          </a:p>
          <a:p>
            <a:r>
              <a:rPr lang="en-IN" smtClean="0"/>
              <a:t>Past orders table with invoice download</a:t>
            </a:r>
          </a:p>
          <a:p>
            <a:r>
              <a:rPr lang="en-IN" smtClean="0"/>
              <a:t>Admin panel for dish management (Add, Edit, Disable)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3. Technology Stack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Backend: Java 21, Spring Boot, Spring MVC, Spring Data JPA</a:t>
            </a:r>
          </a:p>
          <a:p>
            <a:r>
              <a:rPr lang="en-IN" smtClean="0"/>
              <a:t>Frontend: Thymeleaf templates, HTML, CSS, JavaScript</a:t>
            </a:r>
          </a:p>
          <a:p>
            <a:r>
              <a:rPr lang="en-IN" smtClean="0"/>
              <a:t>Database: MySQL (hussain_db)</a:t>
            </a:r>
          </a:p>
          <a:p>
            <a:r>
              <a:rPr lang="en-IN" smtClean="0"/>
              <a:t>PDF: Apache PDFBox</a:t>
            </a:r>
          </a:p>
          <a:p>
            <a:r>
              <a:rPr lang="en-IN" smtClean="0"/>
              <a:t>Build tool: Maven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77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4. System Architecture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UI Layer: Thymeleaf templates (Home, Order, Orders, Bill, Admin)</a:t>
            </a:r>
          </a:p>
          <a:p>
            <a:r>
              <a:rPr lang="en-IN" smtClean="0"/>
              <a:t>Controller Layer: FoodController + REST API controllers</a:t>
            </a:r>
          </a:p>
          <a:p>
            <a:r>
              <a:rPr lang="en-IN" smtClean="0"/>
              <a:t>Service Layer: AdminAuthService, InvoicePdfService</a:t>
            </a:r>
          </a:p>
          <a:p>
            <a:r>
              <a:rPr lang="en-IN" smtClean="0"/>
              <a:t>Data Layer: JPA entities (Dish, FoodOrder) and repositories</a:t>
            </a:r>
          </a:p>
          <a:p>
            <a:r>
              <a:rPr lang="en-IN" smtClean="0"/>
              <a:t>Database Layer: MySQL for persistent menu and order data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5. Database Design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Table: dishes -&gt; id, category, name, price, active, updatedAt</a:t>
            </a:r>
          </a:p>
          <a:p>
            <a:r>
              <a:rPr lang="en-IN" smtClean="0"/>
              <a:t>Table: food_orders -&gt; id, itemsSummary, itemCount, totalAmount, orderedAt</a:t>
            </a:r>
          </a:p>
          <a:p>
            <a:r>
              <a:rPr lang="en-IN" smtClean="0"/>
              <a:t>MenuDataInitializer seeds default veg/non-veg/juice items</a:t>
            </a:r>
          </a:p>
          <a:p>
            <a:r>
              <a:rPr lang="en-IN" smtClean="0"/>
              <a:t>Order records are saved with automatic timestamp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48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6. Main User Flow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1) User opens Order page and menu is fetched from /api/dishes</a:t>
            </a:r>
          </a:p>
          <a:p>
            <a:r>
              <a:rPr lang="en-US" smtClean="0"/>
              <a:t>2) User selects category, dish, and quantity</a:t>
            </a:r>
          </a:p>
          <a:p>
            <a:r>
              <a:rPr lang="en-US" smtClean="0"/>
              <a:t>3) Items are added to cart and total is calculated in real-time</a:t>
            </a:r>
          </a:p>
          <a:p>
            <a:r>
              <a:rPr lang="en-US" smtClean="0"/>
              <a:t>4) Checkout submits itemsSummary, itemCount, totalAmount to /bill</a:t>
            </a:r>
          </a:p>
          <a:p>
            <a:r>
              <a:rPr lang="en-US" smtClean="0"/>
              <a:t>5) Order is saved and Bill page is displayed</a:t>
            </a:r>
          </a:p>
          <a:p>
            <a:r>
              <a:rPr lang="en-US" smtClean="0"/>
              <a:t>6) User can download invoice PDF or view all past orders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9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7. API Endpoints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Public: GET /api/health, GET /api/dishes, GET /api/orders, POST /api/orders</a:t>
            </a:r>
          </a:p>
          <a:p>
            <a:r>
              <a:rPr lang="en-IN" smtClean="0"/>
              <a:t>Invoice: GET /api/orders/{id}/invoice.pdf</a:t>
            </a:r>
          </a:p>
          <a:p>
            <a:r>
              <a:rPr lang="en-IN" smtClean="0"/>
              <a:t>Admin: POST /api/admin/login, POST /api/admin/logout, GET /api/admin/me</a:t>
            </a:r>
          </a:p>
          <a:p>
            <a:r>
              <a:rPr lang="en-IN" smtClean="0"/>
              <a:t>Admin Dish Management: GET/POST /api/admin/dishes, PUT /api/admin/dishes/{id}, DELETE /api/admin/dishes/{id}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22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8. Admin Security and Management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Simple token-based login using X-Admin-Token header</a:t>
            </a:r>
          </a:p>
          <a:p>
            <a:r>
              <a:rPr lang="en-US" smtClean="0"/>
              <a:t>Token validity maintained in memory with 12-hour expiry</a:t>
            </a:r>
          </a:p>
          <a:p>
            <a:r>
              <a:rPr lang="en-US" smtClean="0"/>
              <a:t>Only authenticated admin can modify dish catalog</a:t>
            </a:r>
          </a:p>
          <a:p>
            <a:r>
              <a:rPr lang="en-US" smtClean="0"/>
              <a:t>Disable option allows soft removal without deleting dish records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49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9. Invoice and Reporting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InvoicePdfService generates branded, print-ready PDF invoices</a:t>
            </a:r>
          </a:p>
          <a:p>
            <a:r>
              <a:rPr lang="en-US" smtClean="0"/>
              <a:t>Includes order ID, ordered time, item list, item count, and total amount</a:t>
            </a:r>
          </a:p>
          <a:p>
            <a:r>
              <a:rPr lang="en-US" smtClean="0"/>
              <a:t>Downloadable filename format: invoice-order-{id}.pdf</a:t>
            </a:r>
          </a:p>
          <a:p>
            <a:r>
              <a:rPr lang="en-US" smtClean="0"/>
              <a:t>Past orders page acts as order history/reporting screen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6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10. Challenges, Improvements, Conclusion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Challenges solved: dynamic menu sync, input validation, admin access control</a:t>
            </a:r>
          </a:p>
          <a:p>
            <a:r>
              <a:rPr lang="en-IN" smtClean="0"/>
              <a:t>Future scope: payment gateway integration, role-based auth, analytics dashboard, email invoice</a:t>
            </a:r>
          </a:p>
          <a:p>
            <a:r>
              <a:rPr lang="en-IN" smtClean="0"/>
              <a:t>Conclusion: The system digitizes hotel ordering and billing with reliable backend storage and admin control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26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Royal Spice Hotel - Food Ordering System</vt:lpstr>
      <vt:lpstr>1. Project Objective</vt:lpstr>
      <vt:lpstr>2. Key Features Implemented</vt:lpstr>
      <vt:lpstr>3. Technology Stack</vt:lpstr>
      <vt:lpstr>4. System Architecture</vt:lpstr>
      <vt:lpstr>5. Database Design</vt:lpstr>
      <vt:lpstr>6. Main User Flow</vt:lpstr>
      <vt:lpstr>7. API Endpoints</vt:lpstr>
      <vt:lpstr>8. Admin Security and Management</vt:lpstr>
      <vt:lpstr>9. Invoice and Reporting</vt:lpstr>
      <vt:lpstr>10. Challenges, Improvements,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Royal Spice Hotel - Food Ordering System</dc:title>
  <dc:creator>Microsoft account</dc:creator>
  <cp:lastModifiedBy>Microsoft account</cp:lastModifiedBy>
  <cp:revision>1</cp:revision>
  <dcterms:created xsi:type="dcterms:W3CDTF">2026-02-19T16:22:09Z</dcterms:created>
  <dcterms:modified xsi:type="dcterms:W3CDTF">2026-02-19T16:22:09Z</dcterms:modified>
</cp:coreProperties>
</file>